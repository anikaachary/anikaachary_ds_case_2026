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61" r:id="rId7"/>
    <p:sldId id="286" r:id="rId8"/>
    <p:sldId id="284" r:id="rId9"/>
    <p:sldId id="269" r:id="rId10"/>
    <p:sldId id="287" r:id="rId11"/>
    <p:sldId id="288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58" autoAdjust="0"/>
    <p:restoredTop sz="94660"/>
  </p:normalViewPr>
  <p:slideViewPr>
    <p:cSldViewPr snapToGrid="0">
      <p:cViewPr>
        <p:scale>
          <a:sx n="87" d="100"/>
          <a:sy n="87" d="100"/>
        </p:scale>
        <p:origin x="2088" y="9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9/30/26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Kit Prediction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Presented by: Anika Achary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The goal of the model was to predict the end dates for kit times.</a:t>
            </a:r>
          </a:p>
          <a:p>
            <a:r>
              <a:rPr lang="en-US" dirty="0"/>
              <a:t>This prediction will help plan and manage the production schedule, ensure timely delivery, and meet customer expectations.</a:t>
            </a:r>
          </a:p>
          <a:p>
            <a:r>
              <a:rPr lang="en-US" dirty="0"/>
              <a:t>Based on the results, kitting is mostly fast and predictable.</a:t>
            </a:r>
          </a:p>
          <a:p>
            <a:pPr lvl="1"/>
            <a:r>
              <a:rPr lang="en-US" dirty="0"/>
              <a:t>About 85% of orders finish within 0-2 days.</a:t>
            </a:r>
          </a:p>
          <a:p>
            <a:pPr lvl="1"/>
            <a:r>
              <a:rPr lang="en-US" dirty="0"/>
              <a:t>The biggest risk is a small set of slow orders.</a:t>
            </a:r>
          </a:p>
          <a:p>
            <a:pPr lvl="1"/>
            <a:r>
              <a:rPr lang="en-US" dirty="0"/>
              <a:t>The main predictor is product family.</a:t>
            </a:r>
          </a:p>
          <a:p>
            <a:pPr lvl="1"/>
            <a:r>
              <a:rPr lang="en-US" dirty="0"/>
              <a:t>Recommendation: plan with a one-day window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Data Showed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973447"/>
            <a:ext cx="5157787" cy="3684588"/>
          </a:xfrm>
        </p:spPr>
        <p:txBody>
          <a:bodyPr/>
          <a:lstStyle/>
          <a:p>
            <a:r>
              <a:rPr lang="en-US" dirty="0"/>
              <a:t>Most orders are quick – half take exactly 1 day, 0-2 covers roughly 85%</a:t>
            </a:r>
          </a:p>
          <a:p>
            <a:r>
              <a:rPr lang="en-US" dirty="0"/>
              <a:t>About 5-6% or orders take 4+ days and a few take 30-76 days (these caused missed dates)</a:t>
            </a:r>
          </a:p>
          <a:p>
            <a:r>
              <a:rPr lang="en-US" dirty="0"/>
              <a:t>There is a data quality issue. 734 orders have a kit end date </a:t>
            </a:r>
            <a:r>
              <a:rPr lang="en-US" b="1" i="1" dirty="0"/>
              <a:t>before</a:t>
            </a:r>
            <a:r>
              <a:rPr lang="en-US" b="1" dirty="0"/>
              <a:t> </a:t>
            </a:r>
            <a:r>
              <a:rPr lang="en-US" dirty="0"/>
              <a:t>the kit start date (impossible)</a:t>
            </a:r>
          </a:p>
          <a:p>
            <a:r>
              <a:rPr lang="en-US" dirty="0"/>
              <a:t>Potential problem in how dates were recorded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Approached It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973447"/>
            <a:ext cx="5157787" cy="3684588"/>
          </a:xfrm>
        </p:spPr>
        <p:txBody>
          <a:bodyPr/>
          <a:lstStyle/>
          <a:p>
            <a:r>
              <a:rPr lang="en-US" dirty="0"/>
              <a:t>The inference data set already had a kit start date – I predicted how many </a:t>
            </a:r>
            <a:r>
              <a:rPr lang="en-US" b="1" dirty="0"/>
              <a:t>days</a:t>
            </a:r>
            <a:r>
              <a:rPr lang="en-US" dirty="0"/>
              <a:t> kitting takes, then appended to start date.</a:t>
            </a:r>
          </a:p>
          <a:p>
            <a:pPr lvl="1"/>
            <a:r>
              <a:rPr lang="en-US" dirty="0"/>
              <a:t>Now working with a real date, and not a vague range.</a:t>
            </a:r>
          </a:p>
          <a:p>
            <a:r>
              <a:rPr lang="en-US" dirty="0"/>
              <a:t>I used Ridge Regression because it’s fast and easy. It also says why an order is predicted to be slow, not only that it is.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20C1F0-1B1D-AD23-4750-2728AB8427CB}"/>
              </a:ext>
            </a:extLst>
          </p:cNvPr>
          <p:cNvSpPr txBox="1">
            <a:spLocks/>
          </p:cNvSpPr>
          <p:nvPr/>
        </p:nvSpPr>
        <p:spPr>
          <a:xfrm>
            <a:off x="5602287" y="1973447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My first model sorted orders into 0-1, 2-3, and 4+ day groups. It hit 73% accuracy against a 68% baseline, but it only caught the slow 4+ day orders correctly 30% of the time.</a:t>
            </a:r>
          </a:p>
          <a:p>
            <a:r>
              <a:rPr lang="en-US" dirty="0"/>
              <a:t>I originally shuffled orders randomly into train and test sets, but splitting by date was more realistic.</a:t>
            </a:r>
          </a:p>
          <a:p>
            <a:r>
              <a:rPr lang="en-US" dirty="0"/>
              <a:t>One of my data-quality flags was calculated from the kit end date, the thing I was trying to predict. I removed it so the model couldn’t cheat.</a:t>
            </a:r>
          </a:p>
          <a:p>
            <a:r>
              <a:rPr lang="en-US" dirty="0"/>
              <a:t>I first encoded categories by hand, which was tedious and would have broken on inference data. Having a pipeline made everything more consistent</a:t>
            </a:r>
          </a:p>
        </p:txBody>
      </p:sp>
    </p:spTree>
    <p:extLst>
      <p:ext uri="{BB962C8B-B14F-4D97-AF65-F5344CB8AC3E}">
        <p14:creationId xmlns:p14="http://schemas.microsoft.com/office/powerpoint/2010/main" val="118525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812580-ECF2-2E97-EA19-BC783B0DE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457460"/>
              </p:ext>
            </p:extLst>
          </p:nvPr>
        </p:nvGraphicFramePr>
        <p:xfrm>
          <a:off x="2032000" y="2872740"/>
          <a:ext cx="8127999" cy="1112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202558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020622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89376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Within +/- 1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118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Original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4299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43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728F68-91A8-F376-5349-FBB003926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leads to about a  10% reduction in error – a modest improvement.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and Recommendations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973447"/>
            <a:ext cx="5157787" cy="3684588"/>
          </a:xfrm>
        </p:spPr>
        <p:txBody>
          <a:bodyPr/>
          <a:lstStyle/>
          <a:p>
            <a:r>
              <a:rPr lang="en-US" dirty="0"/>
              <a:t>For scheduling and customer commitments, use the predicted date plus a one-day buffer.</a:t>
            </a:r>
          </a:p>
          <a:p>
            <a:r>
              <a:rPr lang="en-US" dirty="0"/>
              <a:t>Product family was by far the strongest driver. Start them earlier, or give them priority capacity.</a:t>
            </a:r>
          </a:p>
          <a:p>
            <a:r>
              <a:rPr lang="en-US" dirty="0"/>
              <a:t>The model is good at typical orders, but underestimates rare long ones. It can’t really predict beyond 4 days, and some orders take weeks. </a:t>
            </a:r>
          </a:p>
          <a:p>
            <a:r>
              <a:rPr lang="en-US" dirty="0"/>
              <a:t>734 records had impossible dates – adding a validation check where dates are entered will be beneficial.</a:t>
            </a:r>
          </a:p>
        </p:txBody>
      </p:sp>
    </p:spTree>
    <p:extLst>
      <p:ext uri="{BB962C8B-B14F-4D97-AF65-F5344CB8AC3E}">
        <p14:creationId xmlns:p14="http://schemas.microsoft.com/office/powerpoint/2010/main" val="39602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1973447"/>
            <a:ext cx="5157787" cy="3684588"/>
          </a:xfrm>
        </p:spPr>
        <p:txBody>
          <a:bodyPr/>
          <a:lstStyle/>
          <a:p>
            <a:r>
              <a:rPr lang="en-US" dirty="0"/>
              <a:t>With more time, I would:</a:t>
            </a:r>
          </a:p>
          <a:p>
            <a:pPr lvl="1"/>
            <a:r>
              <a:rPr lang="en-US" dirty="0"/>
              <a:t>Add the supplementary data. The capacity, calendar, and expected kit minutes data would likely help most with slower orders.</a:t>
            </a:r>
          </a:p>
          <a:p>
            <a:pPr lvl="1"/>
            <a:r>
              <a:rPr lang="en-US" dirty="0"/>
              <a:t>Try a nonlinear model like gradient boosting</a:t>
            </a:r>
          </a:p>
          <a:p>
            <a:pPr lvl="1"/>
            <a:r>
              <a:rPr lang="en-US" dirty="0"/>
              <a:t>Retrain regularly and track accuracy over time so predictions stay reliable.</a:t>
            </a:r>
          </a:p>
        </p:txBody>
      </p:sp>
    </p:spTree>
    <p:extLst>
      <p:ext uri="{BB962C8B-B14F-4D97-AF65-F5344CB8AC3E}">
        <p14:creationId xmlns:p14="http://schemas.microsoft.com/office/powerpoint/2010/main" val="172514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528</Words>
  <Application>Microsoft Macintosh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Trade Gothic LT Pro</vt:lpstr>
      <vt:lpstr>Trebuchet MS</vt:lpstr>
      <vt:lpstr>Office Theme</vt:lpstr>
      <vt:lpstr>Kit Prediction Case Study</vt:lpstr>
      <vt:lpstr>The Problem</vt:lpstr>
      <vt:lpstr>What the Data Showed</vt:lpstr>
      <vt:lpstr>How I Approached It</vt:lpstr>
      <vt:lpstr>PowerPoint Presentation</vt:lpstr>
      <vt:lpstr>The model leads to about a  10% reduction in error – a modest improvement.</vt:lpstr>
      <vt:lpstr>Insights and Recommendations</vt:lpstr>
      <vt:lpstr>Next Steps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Prediction Case Study</dc:title>
  <dc:creator>Anika Achary</dc:creator>
  <cp:lastModifiedBy>Anika Achary</cp:lastModifiedBy>
  <cp:revision>1</cp:revision>
  <dcterms:created xsi:type="dcterms:W3CDTF">2026-09-30T09:46:54Z</dcterms:created>
  <dcterms:modified xsi:type="dcterms:W3CDTF">2026-09-30T10:19:57Z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